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108813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238"/>
                </a:solidFill>
              </a:defRPr>
            </a:pPr>
            <a:r>
              <a:t>SEASONAL AGRICULTURE</a:t>
            </a:r>
            <a:br/>
            <a:r>
              <a:t>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971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900">
                <a:solidFill>
                  <a:srgbClr val="282828"/>
                </a:solidFill>
              </a:defRPr>
            </a:pPr>
            <a:r>
              <a:t>Major Project Report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</a:defRPr>
            </a:pPr>
            <a:r>
              <a:t>VOIS AICTE Batch1 2026–2027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</a:defRPr>
            </a:pPr>
            <a:r>
              <a:t>Student Name: Aman Puri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</a:defRPr>
            </a:pPr>
            <a:r>
              <a:t>College Name: ____________________</a:t>
            </a:r>
          </a:p>
          <a:p>
            <a:pPr>
              <a:spcAft>
                <a:spcPts val="500"/>
              </a:spcAft>
              <a:defRPr sz="1600">
                <a:solidFill>
                  <a:srgbClr val="282828"/>
                </a:solidFill>
              </a:defRPr>
            </a:pPr>
            <a:r>
              <a:t>AICTE STU ID: ____________________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Agricultural performance varies across Kharif, Rabi and Zaid seasons.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Farmers and decision-makers need to understand how season affects yield, resource use and profitability.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The project analyzes farm-level data to identify seasonal patterns and support evidence-based agricultural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PROJECT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Dataset contains 4,000 farm records and 28 analytical variables.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Covers 3 seasons: Kharif, Rabi and Zaid; 8 crops; 8 states and 10 districts.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Analysis includes data cleaning, descriptive statistics, season/crop comparisons, irrigation analysis, correlation analysis and statistical testing.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Key outcomes studied: yield, production, cost, revenue, profit, water usage and water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WHO ARE THE END USERS?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Farmers — compare seasonal profitability and resource requirements.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Agricultural planners — identify underperforming seasons and prioritize interventions.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Agribusiness stakeholders — evaluate crop and season profitability.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Data analysts / decision-makers — use seasonal evidence for planning and benchmarking.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TECHNOLOGY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Python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Pandas — data loading, cleaning, grouping and summary statistics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NumPy — numerical operations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Matplotlib &amp; Seaborn — charts and visualization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Jupyter Notebook — analysis workflow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Power BI — proposed future dashboard for interactive reporting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SEASON-WISE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RESULTS</a:t>
            </a:r>
          </a:p>
        </p:txBody>
      </p:sp>
      <p:pic>
        <p:nvPicPr>
          <p:cNvPr id="6" name="Picture 5" descr="season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949440" cy="3954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Kharif: average yield 5.64 T/Ha; average profit ₹1.79 lakh.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Rabi: average yield 5.08 T/Ha; average profit ₹0.88 lakh.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Zaid: average yield 4.67 T/Ha; average profit –₹0.25 lakh.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Kharif shows the strongest average economic performance; Zaid has negative average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TOTAL PROFIT BY SEASON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RESULTS</a:t>
            </a:r>
          </a:p>
        </p:txBody>
      </p:sp>
      <p:pic>
        <p:nvPicPr>
          <p:cNvPr id="6" name="Picture 5" descr="season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949440" cy="3951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Kharif total profit: ₹31.83 crore.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Rabi total profit: ₹14.27 crore.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Zaid total profit: –₹1.47 crore.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The seasonal difference is strongest in economic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RESOURCE USE &amp; WATER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RESULTS</a:t>
            </a:r>
          </a:p>
        </p:txBody>
      </p:sp>
      <p:pic>
        <p:nvPicPr>
          <p:cNvPr id="6" name="Picture 5" descr="water_us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949440" cy="3946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Kharif average water use: 6,102 m³.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Rabi average water use: 5,847 m³.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Zaid average water use: 6,420 m³.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Zaid uses the most water, while its average water efficiency is the lowest among seasons.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CROP PROFITABILITY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RESULTS</a:t>
            </a:r>
          </a:p>
        </p:txBody>
      </p:sp>
      <p:pic>
        <p:nvPicPr>
          <p:cNvPr id="6" name="Picture 5" descr="crop_prof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949440" cy="3943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Chilli has the highest total profit: ₹30.94 crore.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Sugarcane is second: ₹24.92 crore.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Wheat and Rice show the largest total losses among the crops.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Crop-level profitability varies substantially, so season and crop should be considered together.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IRRIGATION &amp;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RESULTS</a:t>
            </a:r>
          </a:p>
        </p:txBody>
      </p:sp>
      <p:pic>
        <p:nvPicPr>
          <p:cNvPr id="6" name="Picture 5" descr="irrigation_y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6949440" cy="3954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18120" y="132588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Drip has the highest average yield in Kharif: 7.26 T/Ha.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Sprinkler has the highest average yield in Zaid: 6.17 T/Ha.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Rainfed yield is lower in Rabi and Zaid than in Kharif.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Irrigation performance varies by season, so one method is not uniformly best across all seasons.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CORRELATION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Farm Area ↔ Total Cost: 0.962 — very strong positive association.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Yield ↔ Water Efficiency: 0.915 — very strong positive association.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Revenue ↔ Profit: 0.887 — strong positive association.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Yield ↔ Production: 0.885 — strong positive association.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Correlation indicates association, not causation.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STATISTICAL TESTING — ONE-WAY ANOVA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RESULTS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4173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6172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F-statistic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142238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F = 34.29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 &lt;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Water Efficiency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F = 6.95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 = 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Significant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F = 1.54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p = 0.214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828"/>
                          </a:solidFill>
                        </a:defRPr>
                      </a:pPr>
                      <a:r>
                        <a:t>Not significant at 5%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2976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Profit and water efficiency show statistically significant seasonal differences.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Yield is not statistically significant at the 5% level.</a:t>
            </a:r>
          </a:p>
          <a:p>
            <a:pPr>
              <a:spcAft>
                <a:spcPts val="1200"/>
              </a:spcAft>
              <a:defRPr sz="1600">
                <a:solidFill>
                  <a:srgbClr val="282828"/>
                </a:solidFill>
              </a:defRPr>
            </a:pPr>
            <a:r>
              <a:t>This supports focusing seasonal interventions on profitability and water-efficiency differences.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CONCLUSION &amp;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Kharif performs best overall on average economic outcomes, while Zaid records negative average profit.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Zaid also has the highest average water use and lower water efficiency.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Prioritize profitable crop-season combinations such as Chilli and Sugarcane based on observed results.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Improve water planning and resource efficiency during Zaid.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Use seasonal environmental, resource and profitability indicators together for evidence-based planning.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Build an interactive Power BI dashboard with Season, State, District and Crop filters.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Add crop-level and state-level profitability benchmarking.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Develop predictive models for yield and profit forecasting.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Integrate weather forecasts and market-price data for real-time planning.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Create water-efficiency recommendations for resource-intensive crop-season combinations.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Extend the analysis with multi-year data to study long-term trends.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GITHUB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GitHub Repository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GitHub link: ______________________________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Add the final Jupyter Notebook and project files to the repository before submission.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42238"/>
                </a:solidFill>
              </a:defRPr>
            </a:pPr>
            <a:r>
              <a:t>VOIS COURSE COMPLETION CERTIFICATE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3832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2A5684"/>
                </a:solidFill>
              </a:defRPr>
            </a:pPr>
            <a:r>
              <a:t>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Course name: Data Visualization</a:t>
            </a:r>
          </a:p>
          <a:p>
            <a:pPr>
              <a:spcAft>
                <a:spcPts val="1200"/>
              </a:spcAft>
              <a:defRPr sz="1900">
                <a:solidFill>
                  <a:srgbClr val="282828"/>
                </a:solidFill>
              </a:defRPr>
            </a:pPr>
            <a:r>
              <a:t>Insert your VOIS course completion certificate screenshot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Seasonal Agriculture Performance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E78"/>
                </a:solidFill>
              </a:defRPr>
            </a:pPr>
            <a:r>
              <a:t>Seasonal Agriculture Performance Analysis  •  Slide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